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 AUC</c:v>
                  </c:pt>
                  <c:pt idx="1">
                    <c:v>F1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0.9895</c:v>
                </c:pt>
                <c:pt idx="1">
                  <c:v>0.6261</c:v>
                </c:pt>
                <c:pt idx="2">
                  <c:v>0.9993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Delivery Package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E8C"/>
                </a:solidFill>
              </a:rPr>
              <a:t>churn analysis and binary classification baseline for fraud detection: predict isFraud usi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3CC"/>
                </a:solidFill>
              </a:rPr>
              <a:t>Source: fraud_model.csv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Agent proposes · Deterministic tools dispose · Human governs · Every claim traceable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6,362,620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100.0%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Rules evaluated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Total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Column Profile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Distinct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row_id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step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5,316,900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nameOrig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6,353,307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oldbalanceOrg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6,362,620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1,845,844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/>
        </p:nvSpPr>
        <p:spPr>
          <a:xfrm>
            <a:off x="365760" y="3749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+ 5 more column(s) - see narrative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Validation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4 rule(s) evaluated  —  0 total exception(s)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No rule violations found — all gates passed.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Operational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Operational review not included in this package.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Baseline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Deterministic reference point — same source + same seed = same metrics every run.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Target: isFraud  |  Train: 4771965 rows  |  Test: 1590655 rows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737360"/>
            <a:ext cx="4297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Fixed-seed logistic regression (sklearn).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Metric values never gate the pipeline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training feasibility does.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This is a reference point,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not a delivered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Evidence Trail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Re-run the same commands on the same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Matching hashes prove the findings; a mismatch proves the data changed.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dq_profile findings:   4e9922d8774997e6c7ccd3e1...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dq_validate findings:  61f85ad8b78327eb7e9a19a0...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findings:    2abcfa8367583c954578bb8a...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ops_review findings:  not included...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Produced by the Delivery Engine — agent proposes, deterministic tools dispose.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Delivery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Package</dc:title>
  <dc:subject>PptxGenJS Presentation</dc:subject>
  <dc:creator>PptxGenJS</dc:creator>
  <cp:lastModifiedBy>PptxGenJS</cp:lastModifiedBy>
  <cp:revision>1</cp:revision>
  <dcterms:created xsi:type="dcterms:W3CDTF">2026-07-23T22:15:33Z</dcterms:created>
  <dcterms:modified xsi:type="dcterms:W3CDTF">2026-07-23T22:15:33Z</dcterms:modified>
</cp:coreProperties>
</file>