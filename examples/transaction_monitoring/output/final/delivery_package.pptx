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Delivery Package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E8C"/>
                </a:solidFill>
              </a:rPr>
              <a:t>transaction monitoring completeness review of this feed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3CC"/>
                </a:solidFill>
              </a:rPr>
              <a:t>Source: transactions_sample.csv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Agent proposes · Deterministic tools dispose · Human governs · Every claim traceable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2,000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89.7%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Completeness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Rules evaluated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Total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Column Profile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411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Distinct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TIMESTAMP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client_id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892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card_id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1,322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DOUBLE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1,621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use_chip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/>
        </p:nvSpPr>
        <p:spPr>
          <a:xfrm>
            <a:off x="365760" y="3749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+ 6 more column(s) - see narrative report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Validation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12 rule(s) evaluated  —  0 total exception(s)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No rule violations found — all gates passed.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Operational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</a:rPr>
              <a:t>OpsKit playbook: weekly-review  |  Gate: pass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11 finding(s) — 0 operational critical(s) recorded as evidence.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</a:rPr>
              <a:t>No critical operational findings.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Evidence Trail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Re-run the same commands on the same source.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Matching hashes prove the findings; a mismatch proves the data changed.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dq_profile findings:   a4102b3062665b939af807b9...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971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dq_validate findings:  04f02808a4e7231e6a641242...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findings:    not included...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ops_review findings:  5ba482894b474b5dc7870877...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Produced by the Delivery Engine — agent proposes, deterministic tools dispose.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Delivery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Package</dc:title>
  <dc:subject>PptxGenJS Presentation</dc:subject>
  <dc:creator>PptxGenJS</dc:creator>
  <cp:lastModifiedBy>PptxGenJS</cp:lastModifiedBy>
  <cp:revision>1</cp:revision>
  <dcterms:created xsi:type="dcterms:W3CDTF">2026-07-21T16:47:11Z</dcterms:created>
  <dcterms:modified xsi:type="dcterms:W3CDTF">2026-07-21T16:47:11Z</dcterms:modified>
</cp:coreProperties>
</file>