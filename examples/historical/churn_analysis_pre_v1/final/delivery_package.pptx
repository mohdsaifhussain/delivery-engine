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A7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ROC AUC</c:v>
                  </c:pt>
                  <c:pt idx="1">
                    <c:v>F1</c:v>
                  </c:pt>
                  <c:pt idx="2">
                    <c:v>Accuracy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Delivery Package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7E8C"/>
                </a:solidFill>
              </a:rPr>
              <a:t>churn analysis for the retention team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B3CC"/>
                </a:solidFill>
              </a:rPr>
              <a:t>Source: customers.csv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8AAD"/>
                </a:solidFill>
              </a:rPr>
              <a:t>Agent proposes · Deterministic tools dispose · Human governs · Every claim traceable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</a:rPr>
              <a:t>Dataset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0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88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7E8C"/>
                </a:solidFill>
              </a:rPr>
              <a:t>400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Rows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97680" y="9144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0" y="1188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7E8C"/>
                </a:solidFill>
              </a:rPr>
              <a:t>5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29768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Columns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0" y="9144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0" y="1188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7E8C"/>
                </a:solidFill>
              </a:rPr>
              <a:t>100.0%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22960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Completeness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383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7E8C"/>
                </a:solidFill>
              </a:rPr>
              <a:t>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65760" y="4297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Rules evaluated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31089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97680" y="3383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7E8C"/>
                </a:solidFill>
              </a:rPr>
              <a:t>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297680" y="4297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Total exceptions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</a:rPr>
              <a:t>Column Profile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41148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Null 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Distinct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11430000" cy="3657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customer_id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VARCHAR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400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400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91640"/>
          <a:ext cx="11430000" cy="3657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churned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BOOLEAN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400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03120"/>
          <a:ext cx="11430000" cy="3657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tenure_months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BIGINT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400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60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14600"/>
          <a:ext cx="11430000" cy="3657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plan_type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VARCHAR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400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26080"/>
          <a:ext cx="11430000" cy="3657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monthly_spend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DOUBLE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400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50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</a:rPr>
              <a:t>Validation Findings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1 rule(s) evaluated  —  0 total exception(s)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A4A"/>
                </a:solidFill>
              </a:rPr>
              <a:t>No rule violations found — all gates passed.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</a:rPr>
              <a:t>Operational Review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371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B3CC"/>
                </a:solidFill>
              </a:rPr>
              <a:t>Operational review not included in this package.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</a:rPr>
              <a:t>Baseline 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7E8C"/>
                </a:solidFill>
              </a:rPr>
              <a:t>Deterministic reference point — same source + same seed = same metrics every run.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26187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Target: churned  |  Train: 300 rows  |  Test: 100 rows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737360"/>
          <a:ext cx="6400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406640" y="1737360"/>
            <a:ext cx="4297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Fixed-seed logistic regression (sklearn).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Metric values never gate the pipeline 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training feasibility does.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This is a reference point,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not a delivered model.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Evidence Trail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BB3CC"/>
                </a:solidFill>
              </a:rPr>
              <a:t>Re-run the same commands on the same source.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9BB3CC"/>
                </a:solidFill>
              </a:rPr>
              <a:t>Matching hashes prove the findings; a mismatch proves the data changed.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dq_profile findings:   4fcc9974835b83c035bfda05...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29718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dq_validate findings:  ade7b1f24789740aa19355c0...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36576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 findings:    2e7a710a26705b3b75b04bc5...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43434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ops_review findings:  not included...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8AAD"/>
                </a:solidFill>
              </a:rPr>
              <a:t>Produced by the Delivery Engine — agent proposes, deterministic tools dispose.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Delivery Engine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Package</dc:title>
  <dc:subject>PptxGenJS Presentation</dc:subject>
  <dc:creator>PptxGenJS</dc:creator>
  <cp:lastModifiedBy>PptxGenJS</cp:lastModifiedBy>
  <cp:revision>1</cp:revision>
  <dcterms:created xsi:type="dcterms:W3CDTF">2026-07-14T08:37:15Z</dcterms:created>
  <dcterms:modified xsi:type="dcterms:W3CDTF">2026-07-14T08:37:15Z</dcterms:modified>
</cp:coreProperties>
</file>