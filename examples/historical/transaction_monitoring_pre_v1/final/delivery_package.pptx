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Delivery Package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7E8C"/>
                </a:solidFill>
              </a:rPr>
              <a:t>transaction monitoring completeness review of this feed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749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B3CC"/>
                </a:solidFill>
              </a:rPr>
              <a:t>Source: transactions_sample.csv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8AAD"/>
                </a:solidFill>
              </a:rPr>
              <a:t>Agent proposes · Deterministic tools dispose · Human governs · Every claim traceable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</a:rPr>
              <a:t>Dataset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E4F0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0">
                <a:alpha val="4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188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7E8C"/>
                </a:solidFill>
              </a:rPr>
              <a:t>2,000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Rows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97680" y="9144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E4F0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97680" y="1188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7E8C"/>
                </a:solidFill>
              </a:rPr>
              <a:t>12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29768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Columns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0" y="9144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E4F0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0" y="1188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7E8C"/>
                </a:solidFill>
              </a:rPr>
              <a:t>89.7%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22960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Completeness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1089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E4F0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3383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7E8C"/>
                </a:solidFill>
              </a:rPr>
              <a:t>12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65760" y="4297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Rules evaluated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31089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E4F0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97680" y="3383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7E8C"/>
                </a:solidFill>
              </a:rPr>
              <a:t>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297680" y="4297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Total exceptions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</a:rPr>
              <a:t>Column Profile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11430000" cy="41148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Rows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Null 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Distinct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11430000" cy="36576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BIGINT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2,000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2,000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91640"/>
          <a:ext cx="11430000" cy="36576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date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TIMESTAMP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2,000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2,000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03120"/>
          <a:ext cx="11430000" cy="36576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client_id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BIGINT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2,000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892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14600"/>
          <a:ext cx="11430000" cy="36576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card_id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BIGINT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2,000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1,322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26080"/>
          <a:ext cx="11430000" cy="36576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amount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DOUBLE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2,000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1,621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337560"/>
          <a:ext cx="11430000" cy="36576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use_chip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VARCHAR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2,000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1"/>
          <p:cNvSpPr/>
          <p:nvPr/>
        </p:nvSpPr>
        <p:spPr>
          <a:xfrm>
            <a:off x="365760" y="37490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8AAD"/>
                </a:solidFill>
              </a:rPr>
              <a:t>+ 6 more column(s) - see narrative report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</a:rPr>
              <a:t>Validation Findings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12 rule(s) evaluated  —  0 total exception(s)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A4A"/>
                </a:solidFill>
              </a:rPr>
              <a:t>No rule violations found — all gates passed.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</a:rPr>
              <a:t>Operational Review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7E8C"/>
                </a:solidFill>
              </a:rPr>
              <a:t>OpsKit playbook: weekly-review  |  Gate: pass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11 finding(s) — 0 operational critical(s) recorded as evidence.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4A"/>
                </a:solidFill>
              </a:rPr>
              <a:t>No critical operational findings.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Evidence Trail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BB3CC"/>
                </a:solidFill>
              </a:rPr>
              <a:t>Re-run the same commands on the same source.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9BB3CC"/>
                </a:solidFill>
              </a:rPr>
              <a:t>Matching hashes prove the findings; a mismatch proves the data changed.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7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dq_profile findings:   a4102b3062665b939af807b9...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29718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7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dq_validate findings:  04f02808a4e7231e6a641242...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36576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7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 findings:    not included...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43434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7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ops_review findings:  aa5d2eb5f24f42767e9ac2d5...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8AAD"/>
                </a:solidFill>
              </a:rPr>
              <a:t>Produced by the Delivery Engine — agent proposes, deterministic tools dispose.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Delivery Engine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Delivery Package</dc:title>
  <dc:subject>PptxGenJS Presentation</dc:subject>
  <dc:creator>PptxGenJS</dc:creator>
  <cp:lastModifiedBy>PptxGenJS</cp:lastModifiedBy>
  <cp:revision>1</cp:revision>
  <dcterms:created xsi:type="dcterms:W3CDTF">2026-07-14T08:38:20Z</dcterms:created>
  <dcterms:modified xsi:type="dcterms:W3CDTF">2026-07-14T08:38:20Z</dcterms:modified>
</cp:coreProperties>
</file>