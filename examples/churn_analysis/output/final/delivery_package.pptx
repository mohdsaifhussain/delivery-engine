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A7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ROC AUC</c:v>
                  </c:pt>
                  <c:pt idx="1">
                    <c:v>F1</c:v>
                  </c:pt>
                  <c:pt idx="2">
                    <c:v>Accuracy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0.8455</c:v>
                </c:pt>
                <c:pt idx="1">
                  <c:v>0.5979</c:v>
                </c:pt>
                <c:pt idx="2">
                  <c:v>0.8052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Delivery Package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7E8C"/>
                </a:solidFill>
              </a:rPr>
              <a:t>churn analysis for the retention team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B3CC"/>
                </a:solidFill>
              </a:rPr>
              <a:t>Source: WA_Fn-UseC_-Telco-Customer-Churn.csv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8AAD"/>
                </a:solidFill>
              </a:rPr>
              <a:t>Agent proposes · Deterministic tools dispose · Human governs · Every claim traceable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Dataset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1887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7,043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Rows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9144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297680" y="11887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21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29768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Columns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9144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0" y="11887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100.0%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Completeness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1089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3383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65760" y="4297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Rules evaluated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31089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3383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297680" y="4297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Total exceptions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Column Profile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41148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Null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Distinct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customerID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VARCHAR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7,043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7,043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9164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gender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VARCHAR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7,043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SeniorCitizen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BIGINT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7,043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1460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Partner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BOOLEAN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7,043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92608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Dependents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BOOLEAN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7,043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3756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tenure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BIGINT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7,043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1"/>
          <p:cNvSpPr/>
          <p:nvPr/>
        </p:nvSpPr>
        <p:spPr>
          <a:xfrm>
            <a:off x="365760" y="374904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AAD"/>
                </a:solidFill>
              </a:rPr>
              <a:t>+ 15 more column(s) - see narrative report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Validation Findings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</a:rPr>
              <a:t>1 rule(s) evaluated  —  0 total exception(s)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A4A"/>
                </a:solidFill>
              </a:rPr>
              <a:t>No rule violations found — all gates passed.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Operational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13716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B3CC"/>
                </a:solidFill>
              </a:rPr>
              <a:t>Operational review not included in this package.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Baseline Model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</a:rPr>
              <a:t>Deterministic reference point — same source + same seed = same metrics every run.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261872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Target: Churn  |  Train: 5282 rows  |  Test: 1761 rows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73736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1737360"/>
            <a:ext cx="42976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Fixed-seed logistic regression (sklearn).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Metric values never gate the pipeline 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training feasibility does.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This is a reference point,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not a delivered model.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Evidence Trail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BB3CC"/>
                </a:solidFill>
              </a:rPr>
              <a:t>Re-run the same commands on the same source.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9BB3CC"/>
                </a:solidFill>
              </a:rPr>
              <a:t>Matching hashes prove the findings; a mismatch proves the data changed.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dq_profile findings:   851b1ea2b88e9cd8c649a7f4...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371600" y="29718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dq_validate findings:  b422f2ebd2aad9b20e122af7...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findings:    fa91e8be93470199a86eec2f...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43434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ops_review findings:  not included...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8AAD"/>
                </a:solidFill>
              </a:rPr>
              <a:t>Produced by the Delivery Engine — agent proposes, deterministic tools dispose.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Delivery Engine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Delivery Package</dc:title>
  <dc:subject>PptxGenJS Presentation</dc:subject>
  <dc:creator>PptxGenJS</dc:creator>
  <cp:lastModifiedBy>PptxGenJS</cp:lastModifiedBy>
  <cp:revision>1</cp:revision>
  <dcterms:created xsi:type="dcterms:W3CDTF">2026-07-23T21:52:07Z</dcterms:created>
  <dcterms:modified xsi:type="dcterms:W3CDTF">2026-07-23T21:52:07Z</dcterms:modified>
</cp:coreProperties>
</file>